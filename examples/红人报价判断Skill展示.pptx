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红人报价判断 Skill  ·  INTERNAL TOOL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10996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457200"/>
            <a:ext cx="4114800" cy="4114800"/>
          </a:xfrm>
          <a:prstGeom prst="arc">
            <a:avLst/>
          </a:prstGeom>
          <a:noFill/>
          <a:ln w="25400">
            <a:solidFill>
              <a:srgbClr val="1C577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1005840"/>
            <a:ext cx="2926080" cy="2926080"/>
          </a:xfrm>
          <a:prstGeom prst="arc">
            <a:avLst/>
          </a:prstGeom>
          <a:noFill/>
          <a:ln w="25400">
            <a:solidFill>
              <a:srgbClr val="00A6A6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713232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4069080"/>
            <a:ext cx="6080760" cy="950976"/>
          </a:xfrm>
          <a:prstGeom prst="roundRect">
            <a:avLst>
              <a:gd name="adj" fmla="val 17308"/>
            </a:avLst>
          </a:prstGeom>
          <a:solidFill>
            <a:srgbClr val="203553"/>
          </a:solidFill>
          <a:ln w="12700">
            <a:solidFill>
              <a:srgbClr val="203553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31520"/>
            <a:ext cx="1481328" cy="25603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4297680"/>
            <a:ext cx="5532120" cy="32004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44368"/>
            <a:ext cx="6126480" cy="50292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325880"/>
            <a:ext cx="6766560" cy="132588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5833872"/>
            <a:ext cx="685800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2148840"/>
            <a:ext cx="3310128" cy="20574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E8F1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" y="2395728"/>
            <a:ext cx="420624" cy="420624"/>
          </a:xfrm>
          <a:prstGeom prst="ellipse">
            <a:avLst/>
          </a:prstGeom>
          <a:solidFill>
            <a:srgbClr val="15253D"/>
          </a:solidFill>
          <a:ln w="12700">
            <a:solidFill>
              <a:srgbClr val="1525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34840" y="2148840"/>
            <a:ext cx="3310128" cy="2057400"/>
          </a:xfrm>
          <a:prstGeom prst="roundRect">
            <a:avLst>
              <a:gd name="adj" fmla="val 8000"/>
            </a:avLst>
          </a:prstGeom>
          <a:solidFill>
            <a:srgbClr val="DDF6F2"/>
          </a:solidFill>
          <a:ln w="12700">
            <a:solidFill>
              <a:srgbClr val="DDF6F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72584" y="2395728"/>
            <a:ext cx="420624" cy="42062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47888" y="2148840"/>
            <a:ext cx="3310128" cy="2057400"/>
          </a:xfrm>
          <a:prstGeom prst="roundRect">
            <a:avLst>
              <a:gd name="adj" fmla="val 8000"/>
            </a:avLst>
          </a:prstGeom>
          <a:solidFill>
            <a:srgbClr val="FFF1D9"/>
          </a:solidFill>
          <a:ln w="12700">
            <a:solidFill>
              <a:srgbClr val="FFF1D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5632" y="2395728"/>
            <a:ext cx="420624" cy="420624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05072" y="2798064"/>
            <a:ext cx="329184" cy="475488"/>
          </a:xfrm>
          <a:prstGeom prst="chevron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27264" y="2798064"/>
            <a:ext cx="329184" cy="475488"/>
          </a:xfrm>
          <a:prstGeom prst="chevron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892040"/>
            <a:ext cx="10241280" cy="777240"/>
          </a:xfrm>
          <a:prstGeom prst="roundRect">
            <a:avLst>
              <a:gd name="adj" fmla="val 18824"/>
            </a:avLst>
          </a:prstGeom>
          <a:solidFill>
            <a:srgbClr val="15253D"/>
          </a:solidFill>
          <a:ln w="12700">
            <a:solidFill>
              <a:srgbClr val="15253D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89888"/>
            <a:ext cx="10515600" cy="384048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404872"/>
            <a:ext cx="420624" cy="384048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4" y="2414016"/>
            <a:ext cx="2194560" cy="310896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2944368"/>
            <a:ext cx="2761488" cy="749808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38912"/>
            <a:ext cx="5943600" cy="256032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749808"/>
            <a:ext cx="10789920" cy="566928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5632" y="2404872"/>
            <a:ext cx="420624" cy="384048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2584" y="2404872"/>
            <a:ext cx="420624" cy="384048"/>
          </a:xfrm>
          <a:prstGeom prst="rect">
            <a:avLst/>
          </a:prstGeom>
        </p:spPr>
      </p:pic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0872" y="2944368"/>
            <a:ext cx="2761488" cy="749808"/>
          </a:xfrm>
          <a:prstGeom prst="rect">
            <a:avLst/>
          </a:prstGeom>
        </p:spPr>
      </p:pic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9512" y="2414016"/>
            <a:ext cx="2194560" cy="310896"/>
          </a:xfrm>
          <a:prstGeom prst="rect">
            <a:avLst/>
          </a:prstGeom>
        </p:spPr>
      </p:pic>
      <p:pic>
        <p:nvPicPr>
          <p:cNvPr id="2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52560" y="2414016"/>
            <a:ext cx="2194560" cy="310896"/>
          </a:xfrm>
          <a:prstGeom prst="rect">
            <a:avLst/>
          </a:prstGeom>
        </p:spPr>
      </p:pic>
      <p:pic>
        <p:nvPicPr>
          <p:cNvPr id="2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03920" y="2944368"/>
            <a:ext cx="2761488" cy="749808"/>
          </a:xfrm>
          <a:prstGeom prst="rect">
            <a:avLst/>
          </a:prstGeom>
        </p:spPr>
      </p:pic>
      <p:pic>
        <p:nvPicPr>
          <p:cNvPr id="2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3000" y="5111496"/>
            <a:ext cx="9784080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029968"/>
            <a:ext cx="507492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" y="2267712"/>
            <a:ext cx="530352" cy="5303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2029968"/>
            <a:ext cx="507492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64808" y="2267712"/>
            <a:ext cx="530352" cy="5303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538728"/>
            <a:ext cx="5074920" cy="1143000"/>
          </a:xfrm>
          <a:prstGeom prst="roundRect">
            <a:avLst>
              <a:gd name="adj" fmla="val 12800"/>
            </a:avLst>
          </a:prstGeom>
          <a:solidFill>
            <a:srgbClr val="FFF1D9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" y="3776472"/>
            <a:ext cx="530352" cy="530352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3538728"/>
            <a:ext cx="507492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64808" y="3776472"/>
            <a:ext cx="530352" cy="530352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38912"/>
            <a:ext cx="5943600" cy="256032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231136"/>
            <a:ext cx="2377440" cy="246888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749808"/>
            <a:ext cx="10789920" cy="566928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389888"/>
            <a:ext cx="10515600" cy="384048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2350008"/>
            <a:ext cx="530352" cy="228600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808" y="2350008"/>
            <a:ext cx="530352" cy="228600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0208" y="2295144"/>
            <a:ext cx="1508760" cy="493776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8040" y="2231136"/>
            <a:ext cx="2377440" cy="246888"/>
          </a:xfrm>
          <a:prstGeom prst="rect">
            <a:avLst/>
          </a:prstGeom>
        </p:spPr>
      </p:pic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8040" y="2560320"/>
            <a:ext cx="2560320" cy="210312"/>
          </a:xfrm>
          <a:prstGeom prst="rect">
            <a:avLst/>
          </a:prstGeom>
        </p:spPr>
      </p:pic>
      <p:pic>
        <p:nvPicPr>
          <p:cNvPr id="1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8048" y="2295144"/>
            <a:ext cx="1508760" cy="493776"/>
          </a:xfrm>
          <a:prstGeom prst="rect">
            <a:avLst/>
          </a:prstGeom>
        </p:spPr>
      </p:pic>
      <p:pic>
        <p:nvPicPr>
          <p:cNvPr id="2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00200" y="4069080"/>
            <a:ext cx="2560320" cy="210312"/>
          </a:xfrm>
          <a:prstGeom prst="rect">
            <a:avLst/>
          </a:prstGeom>
        </p:spPr>
      </p:pic>
      <p:pic>
        <p:nvPicPr>
          <p:cNvPr id="2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6968" y="3858768"/>
            <a:ext cx="530352" cy="228600"/>
          </a:xfrm>
          <a:prstGeom prst="rect">
            <a:avLst/>
          </a:prstGeom>
        </p:spPr>
      </p:pic>
      <p:pic>
        <p:nvPicPr>
          <p:cNvPr id="2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00200" y="3739896"/>
            <a:ext cx="2377440" cy="246888"/>
          </a:xfrm>
          <a:prstGeom prst="rect">
            <a:avLst/>
          </a:prstGeom>
        </p:spPr>
      </p:pic>
      <p:pic>
        <p:nvPicPr>
          <p:cNvPr id="2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64808" y="3858768"/>
            <a:ext cx="530352" cy="228600"/>
          </a:xfrm>
          <a:prstGeom prst="rect">
            <a:avLst/>
          </a:prstGeom>
        </p:spPr>
      </p:pic>
      <p:pic>
        <p:nvPicPr>
          <p:cNvPr id="2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50208" y="3803904"/>
            <a:ext cx="1508760" cy="493776"/>
          </a:xfrm>
          <a:prstGeom prst="rect">
            <a:avLst/>
          </a:prstGeom>
        </p:spPr>
      </p:pic>
      <p:pic>
        <p:nvPicPr>
          <p:cNvPr id="2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78040" y="3739896"/>
            <a:ext cx="2377440" cy="246888"/>
          </a:xfrm>
          <a:prstGeom prst="rect">
            <a:avLst/>
          </a:prstGeom>
        </p:spPr>
      </p:pic>
      <p:pic>
        <p:nvPicPr>
          <p:cNvPr id="2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78040" y="4069080"/>
            <a:ext cx="2560320" cy="210312"/>
          </a:xfrm>
          <a:prstGeom prst="rect">
            <a:avLst/>
          </a:prstGeom>
        </p:spPr>
      </p:pic>
      <p:pic>
        <p:nvPicPr>
          <p:cNvPr id="2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28048" y="3803904"/>
            <a:ext cx="1508760" cy="493776"/>
          </a:xfrm>
          <a:prstGeom prst="rect">
            <a:avLst/>
          </a:prstGeom>
        </p:spPr>
      </p:pic>
      <p:pic>
        <p:nvPicPr>
          <p:cNvPr id="2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8368" y="5394960"/>
            <a:ext cx="10241280" cy="320040"/>
          </a:xfrm>
          <a:prstGeom prst="rect">
            <a:avLst/>
          </a:prstGeom>
        </p:spPr>
      </p:pic>
      <p:pic>
        <p:nvPicPr>
          <p:cNvPr id="2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00200" y="2560320"/>
            <a:ext cx="2560320" cy="21031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901952"/>
            <a:ext cx="10881360" cy="804672"/>
          </a:xfrm>
          <a:prstGeom prst="roundRect">
            <a:avLst>
              <a:gd name="adj" fmla="val 20455"/>
            </a:avLst>
          </a:prstGeom>
          <a:solidFill>
            <a:srgbClr val="15253D"/>
          </a:solidFill>
          <a:ln w="12700">
            <a:solidFill>
              <a:srgbClr val="15253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46120"/>
            <a:ext cx="2423160" cy="1115568"/>
          </a:xfrm>
          <a:prstGeom prst="roundRect">
            <a:avLst>
              <a:gd name="adj" fmla="val 13115"/>
            </a:avLst>
          </a:prstGeom>
          <a:solidFill>
            <a:srgbClr val="E8F1FB"/>
          </a:solidFill>
          <a:ln w="12700">
            <a:solidFill>
              <a:srgbClr val="E8F1F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93008" y="3246120"/>
            <a:ext cx="2423160" cy="1115568"/>
          </a:xfrm>
          <a:prstGeom prst="roundRect">
            <a:avLst>
              <a:gd name="adj" fmla="val 13115"/>
            </a:avLst>
          </a:prstGeom>
          <a:solidFill>
            <a:srgbClr val="DDF6F2"/>
          </a:solidFill>
          <a:ln w="12700">
            <a:solidFill>
              <a:srgbClr val="DDF6F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54496" y="3246120"/>
            <a:ext cx="2423160" cy="1115568"/>
          </a:xfrm>
          <a:prstGeom prst="roundRect">
            <a:avLst>
              <a:gd name="adj" fmla="val 13115"/>
            </a:avLst>
          </a:prstGeom>
          <a:solidFill>
            <a:srgbClr val="E8F1FB"/>
          </a:solidFill>
          <a:ln w="12700">
            <a:solidFill>
              <a:srgbClr val="E8F1F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15984" y="3246120"/>
            <a:ext cx="2423160" cy="1115568"/>
          </a:xfrm>
          <a:prstGeom prst="roundRect">
            <a:avLst>
              <a:gd name="adj" fmla="val 13115"/>
            </a:avLst>
          </a:prstGeom>
          <a:solidFill>
            <a:srgbClr val="FFF1D9"/>
          </a:solidFill>
          <a:ln w="12700">
            <a:solidFill>
              <a:srgbClr val="FFF1D9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38912"/>
            <a:ext cx="5943600" cy="256032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89888"/>
            <a:ext cx="10515600" cy="384048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749808"/>
            <a:ext cx="10789920" cy="566928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56432"/>
            <a:ext cx="658368" cy="22860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76472"/>
            <a:ext cx="2011680" cy="256032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5888" y="3456432"/>
            <a:ext cx="658368" cy="22860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2157984"/>
            <a:ext cx="10332720" cy="292608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5888" y="3776472"/>
            <a:ext cx="2011680" cy="256032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7376" y="3456432"/>
            <a:ext cx="658368" cy="228600"/>
          </a:xfrm>
          <a:prstGeom prst="rect">
            <a:avLst/>
          </a:prstGeom>
        </p:spPr>
      </p:pic>
      <p:pic>
        <p:nvPicPr>
          <p:cNvPr id="1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7376" y="3776472"/>
            <a:ext cx="2011680" cy="256032"/>
          </a:xfrm>
          <a:prstGeom prst="rect">
            <a:avLst/>
          </a:prstGeom>
        </p:spPr>
      </p:pic>
      <p:pic>
        <p:nvPicPr>
          <p:cNvPr id="1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98864" y="3776472"/>
            <a:ext cx="2011680" cy="256032"/>
          </a:xfrm>
          <a:prstGeom prst="rect">
            <a:avLst/>
          </a:prstGeom>
        </p:spPr>
      </p:pic>
      <p:pic>
        <p:nvPicPr>
          <p:cNvPr id="1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3232" y="4892040"/>
            <a:ext cx="1097280" cy="228600"/>
          </a:xfrm>
          <a:prstGeom prst="rect">
            <a:avLst/>
          </a:prstGeom>
        </p:spPr>
      </p:pic>
      <p:pic>
        <p:nvPicPr>
          <p:cNvPr id="1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0" y="4846320"/>
            <a:ext cx="9144000" cy="384048"/>
          </a:xfrm>
          <a:prstGeom prst="rect">
            <a:avLst/>
          </a:prstGeom>
        </p:spPr>
      </p:pic>
      <p:pic>
        <p:nvPicPr>
          <p:cNvPr id="2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98864" y="3456432"/>
            <a:ext cx="658368" cy="228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920240"/>
            <a:ext cx="3794760" cy="3474720"/>
          </a:xfrm>
          <a:prstGeom prst="roundRect">
            <a:avLst>
              <a:gd name="adj" fmla="val 5263"/>
            </a:avLst>
          </a:prstGeom>
          <a:solidFill>
            <a:srgbClr val="15253D"/>
          </a:solidFill>
          <a:ln w="12700">
            <a:solidFill>
              <a:srgbClr val="15253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00600" y="1920240"/>
            <a:ext cx="2743200" cy="34747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82128" y="1920240"/>
            <a:ext cx="3611880" cy="3474720"/>
          </a:xfrm>
          <a:prstGeom prst="roundRect">
            <a:avLst>
              <a:gd name="adj" fmla="val 5263"/>
            </a:avLst>
          </a:prstGeom>
          <a:solidFill>
            <a:srgbClr val="FFF1D9"/>
          </a:solidFill>
          <a:ln w="12700">
            <a:solidFill>
              <a:srgbClr val="FFF1D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11312" y="2267712"/>
            <a:ext cx="2011680" cy="310896"/>
          </a:xfrm>
          <a:prstGeom prst="roundRect">
            <a:avLst>
              <a:gd name="adj" fmla="val 47059"/>
            </a:avLst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38912"/>
            <a:ext cx="5943600" cy="25603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89888"/>
            <a:ext cx="10515600" cy="384048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94560"/>
            <a:ext cx="914400" cy="256032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606040"/>
            <a:ext cx="1325880" cy="86868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2606040"/>
            <a:ext cx="1600200" cy="1508760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352" y="2697480"/>
            <a:ext cx="2331720" cy="384048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2352" y="2194560"/>
            <a:ext cx="1280160" cy="256032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2352" y="3218688"/>
            <a:ext cx="1645920" cy="566928"/>
          </a:xfrm>
          <a:prstGeom prst="rect">
            <a:avLst/>
          </a:prstGeom>
        </p:spPr>
      </p:pic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1312" y="2286000"/>
            <a:ext cx="2011680" cy="256032"/>
          </a:xfrm>
          <a:prstGeom prst="rect">
            <a:avLst/>
          </a:prstGeom>
        </p:spPr>
      </p:pic>
      <p:pic>
        <p:nvPicPr>
          <p:cNvPr id="1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02352" y="4096512"/>
            <a:ext cx="1645920" cy="502920"/>
          </a:xfrm>
          <a:prstGeom prst="rect">
            <a:avLst/>
          </a:prstGeom>
        </p:spPr>
      </p:pic>
      <p:pic>
        <p:nvPicPr>
          <p:cNvPr id="1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1312" y="2880360"/>
            <a:ext cx="1188720" cy="246888"/>
          </a:xfrm>
          <a:prstGeom prst="rect">
            <a:avLst/>
          </a:prstGeom>
        </p:spPr>
      </p:pic>
      <p:pic>
        <p:nvPicPr>
          <p:cNvPr id="1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11312" y="3273552"/>
            <a:ext cx="2788920" cy="1051560"/>
          </a:xfrm>
          <a:prstGeom prst="rect">
            <a:avLst/>
          </a:prstGeom>
        </p:spPr>
      </p:pic>
      <p:pic>
        <p:nvPicPr>
          <p:cNvPr id="1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1312" y="4553712"/>
            <a:ext cx="2788920" cy="566928"/>
          </a:xfrm>
          <a:prstGeom prst="rect">
            <a:avLst/>
          </a:prstGeom>
        </p:spPr>
      </p:pic>
      <p:pic>
        <p:nvPicPr>
          <p:cNvPr id="1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6928" y="749808"/>
            <a:ext cx="10789920" cy="56692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965960"/>
            <a:ext cx="6400800" cy="3337560"/>
          </a:xfrm>
          <a:prstGeom prst="roundRect">
            <a:avLst>
              <a:gd name="adj" fmla="val 5479"/>
            </a:avLst>
          </a:prstGeom>
          <a:solidFill>
            <a:srgbClr val="15253D"/>
          </a:solidFill>
          <a:ln w="12700">
            <a:solidFill>
              <a:srgbClr val="15253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43800" y="1965960"/>
            <a:ext cx="3977640" cy="3337560"/>
          </a:xfrm>
          <a:prstGeom prst="roundRect">
            <a:avLst>
              <a:gd name="adj" fmla="val 5479"/>
            </a:avLst>
          </a:prstGeom>
          <a:solidFill>
            <a:srgbClr val="DDF6F2"/>
          </a:solidFill>
          <a:ln w="12700">
            <a:solidFill>
              <a:srgbClr val="DDF6F2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38912"/>
            <a:ext cx="5943600" cy="2560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749808"/>
            <a:ext cx="10789920" cy="566928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89888"/>
            <a:ext cx="10515600" cy="384048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2267712"/>
            <a:ext cx="1371600" cy="22860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28" y="4617720"/>
            <a:ext cx="3063240" cy="566928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2128" y="2724912"/>
            <a:ext cx="1828800" cy="1737360"/>
          </a:xfrm>
          <a:prstGeom prst="rect">
            <a:avLst/>
          </a:prstGeom>
        </p:spPr>
      </p:pic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2286000"/>
            <a:ext cx="5806440" cy="2514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 GB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内部工具展示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红人报价判断 Skill</dc:title>
  <dc:subject>红人报价判断 Skill</dc:subject>
  <dc:creator>OpenAI</dc:creator>
  <cp:lastModifiedBy>OpenAI</cp:lastModifiedBy>
  <cp:revision>1</cp:revision>
  <dcterms:created xsi:type="dcterms:W3CDTF">2026-09-08T02:34:18Z</dcterms:created>
  <dcterms:modified xsi:type="dcterms:W3CDTF">2026-09-08T02:34:18Z</dcterms:modified>
</cp:coreProperties>
</file>